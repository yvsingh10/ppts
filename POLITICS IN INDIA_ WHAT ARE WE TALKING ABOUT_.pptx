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Anton" pitchFamily="2" charset="0"/>
      <p:regular r:id="rId9"/>
    </p:embeddedFont>
    <p:embeddedFont>
      <p:font typeface="Inter" panose="02000503000000020004" pitchFamily="2" charset="0"/>
      <p:bold r:id="rId10"/>
      <p:boldItalic r:id="rId11"/>
    </p:embeddedFont>
    <p:embeddedFont>
      <p:font typeface="Inter ExtraBold" panose="02000503000000020004" pitchFamily="2" charset="0"/>
      <p:bold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13" Type="http://schemas.openxmlformats.org/officeDocument/2006/relationships/font" Target="fonts/font5.fntdata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4.fntdata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3.fntdata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font" Target="fonts/font2.fntdata" /><Relationship Id="rId4" Type="http://schemas.openxmlformats.org/officeDocument/2006/relationships/slide" Target="slides/slide3.xml" /><Relationship Id="rId9" Type="http://schemas.openxmlformats.org/officeDocument/2006/relationships/font" Target="fonts/font1.fntdata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1025ff922717d29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1025ff922717d29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1025ff922717d29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1025ff922717d29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1025ff922717d29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1025ff922717d29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1025ff922717d2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1025ff922717d2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1025ff922717d2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1025ff922717d2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1025ff922717d2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1025ff922717d2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1025ff922717d29_13_0)">
  <p:cSld name="Generated (h1025ff922717d29_13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3" Type="http://schemas.openxmlformats.org/officeDocument/2006/relationships/image" Target="../media/image9.jpg" /><Relationship Id="rId7" Type="http://schemas.openxmlformats.org/officeDocument/2006/relationships/image" Target="../media/image1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909763"/>
            <a:ext cx="9144000" cy="3233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285750" y="285750"/>
            <a:ext cx="8572650" cy="4572150"/>
            <a:chOff x="285750" y="285750"/>
            <a:chExt cx="8572650" cy="4572150"/>
          </a:xfrm>
        </p:grpSpPr>
        <p:sp>
          <p:nvSpPr>
            <p:cNvPr id="58" name="Google Shape;58;p14"/>
            <p:cNvSpPr/>
            <p:nvPr/>
          </p:nvSpPr>
          <p:spPr>
            <a:xfrm>
              <a:off x="285750" y="28575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6000"/>
                  </a:lnTo>
                  <a:lnTo>
                    <a:pt x="16000" y="16000"/>
                  </a:lnTo>
                  <a:lnTo>
                    <a:pt x="16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8572500" y="28575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0"/>
                  </a:lnTo>
                  <a:lnTo>
                    <a:pt x="0" y="16000"/>
                  </a:lnTo>
                  <a:lnTo>
                    <a:pt x="104000" y="16000"/>
                  </a:lnTo>
                  <a:lnTo>
                    <a:pt x="104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285750" y="457200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120000"/>
                  </a:lnTo>
                  <a:lnTo>
                    <a:pt x="120000" y="104000"/>
                  </a:lnTo>
                  <a:lnTo>
                    <a:pt x="16000" y="104000"/>
                  </a:lnTo>
                  <a:lnTo>
                    <a:pt x="1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8572500" y="457200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120000"/>
                  </a:lnTo>
                  <a:lnTo>
                    <a:pt x="0" y="104000"/>
                  </a:lnTo>
                  <a:lnTo>
                    <a:pt x="104000" y="104000"/>
                  </a:lnTo>
                  <a:lnTo>
                    <a:pt x="104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14"/>
          <p:cNvSpPr txBox="1"/>
          <p:nvPr/>
        </p:nvSpPr>
        <p:spPr>
          <a:xfrm>
            <a:off x="457200" y="952500"/>
            <a:ext cx="82296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8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POLITICS IN INDIA:</a:t>
            </a:r>
            <a:endParaRPr sz="5800" b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4600" b="0">
                <a:solidFill>
                  <a:srgbClr val="E63946"/>
                </a:solidFill>
                <a:latin typeface="Anton"/>
                <a:ea typeface="Anton"/>
                <a:cs typeface="Anton"/>
                <a:sym typeface="Anton"/>
              </a:rPr>
              <a:t>ARE WE DEBATING WHAT MATTERS?</a:t>
            </a:r>
            <a:endParaRPr sz="4600" b="0">
              <a:solidFill>
                <a:srgbClr val="E63946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57200" y="4333875"/>
            <a:ext cx="8229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YASH VARDHAN SINGH </a:t>
            </a:r>
            <a:r>
              <a:rPr lang="en-GB" sz="140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lang="en-GB" sz="1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2025442587</a:t>
            </a:r>
            <a:endParaRPr sz="14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9" name="Google Shape;69;p15"/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05050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4552950" y="0"/>
              <a:ext cx="38100" cy="5143500"/>
            </a:xfrm>
            <a:prstGeom prst="rect">
              <a:avLst/>
            </a:pr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Google Shape;72;p15"/>
            <p:cNvGrpSpPr/>
            <p:nvPr/>
          </p:nvGrpSpPr>
          <p:grpSpPr>
            <a:xfrm>
              <a:off x="285750" y="285750"/>
              <a:ext cx="8572650" cy="4572150"/>
              <a:chOff x="285750" y="285750"/>
              <a:chExt cx="8572650" cy="4572150"/>
            </a:xfrm>
          </p:grpSpPr>
          <p:sp>
            <p:nvSpPr>
              <p:cNvPr id="73" name="Google Shape;73;p15"/>
              <p:cNvSpPr/>
              <p:nvPr/>
            </p:nvSpPr>
            <p:spPr>
              <a:xfrm>
                <a:off x="285750" y="285750"/>
                <a:ext cx="285900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6000"/>
                    </a:lnTo>
                    <a:lnTo>
                      <a:pt x="16000" y="16000"/>
                    </a:lnTo>
                    <a:lnTo>
                      <a:pt x="16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E63946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8572500" y="285750"/>
                <a:ext cx="285900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0"/>
                    </a:moveTo>
                    <a:lnTo>
                      <a:pt x="0" y="0"/>
                    </a:lnTo>
                    <a:lnTo>
                      <a:pt x="0" y="16000"/>
                    </a:lnTo>
                    <a:lnTo>
                      <a:pt x="104000" y="16000"/>
                    </a:lnTo>
                    <a:lnTo>
                      <a:pt x="104000" y="1200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E63946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285750" y="4572000"/>
                <a:ext cx="285900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120000" y="120000"/>
                    </a:lnTo>
                    <a:lnTo>
                      <a:pt x="120000" y="104000"/>
                    </a:lnTo>
                    <a:lnTo>
                      <a:pt x="16000" y="104000"/>
                    </a:lnTo>
                    <a:lnTo>
                      <a:pt x="16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3946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8572500" y="4572000"/>
                <a:ext cx="285900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0" y="120000"/>
                    </a:lnTo>
                    <a:lnTo>
                      <a:pt x="0" y="104000"/>
                    </a:lnTo>
                    <a:lnTo>
                      <a:pt x="104000" y="104000"/>
                    </a:lnTo>
                    <a:lnTo>
                      <a:pt x="10400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E63946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" name="Google Shape;77;p15"/>
          <p:cNvGrpSpPr/>
          <p:nvPr/>
        </p:nvGrpSpPr>
        <p:grpSpPr>
          <a:xfrm>
            <a:off x="381000" y="381000"/>
            <a:ext cx="3905400" cy="4381500"/>
            <a:chOff x="0" y="0"/>
            <a:chExt cx="3905400" cy="4381500"/>
          </a:xfrm>
        </p:grpSpPr>
        <p:sp>
          <p:nvSpPr>
            <p:cNvPr id="78" name="Google Shape;78;p15"/>
            <p:cNvSpPr txBox="1"/>
            <p:nvPr/>
          </p:nvSpPr>
          <p:spPr>
            <a:xfrm>
              <a:off x="0" y="0"/>
              <a:ext cx="76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250" b="0">
                  <a:solidFill>
                    <a:srgbClr val="E63946"/>
                  </a:solidFill>
                  <a:latin typeface="Anton"/>
                  <a:ea typeface="Anton"/>
                  <a:cs typeface="Anton"/>
                  <a:sym typeface="Anton"/>
                </a:rPr>
                <a:t>"</a:t>
              </a:r>
              <a:endParaRPr sz="6250" b="0">
                <a:solidFill>
                  <a:srgbClr val="E63946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0" y="762000"/>
              <a:ext cx="39054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 b="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When politics becomes a battle of identities...</a:t>
              </a:r>
              <a:endParaRPr sz="28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GB" sz="2800" b="0">
                  <a:solidFill>
                    <a:srgbClr val="E6394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happens to our future?</a:t>
              </a:r>
              <a:endParaRPr sz="2800" b="0">
                <a:solidFill>
                  <a:srgbClr val="E6394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4857750" y="381000"/>
            <a:ext cx="3905400" cy="4619775"/>
            <a:chOff x="0" y="0"/>
            <a:chExt cx="3905400" cy="4619775"/>
          </a:xfrm>
        </p:grpSpPr>
        <p:pic>
          <p:nvPicPr>
            <p:cNvPr id="81" name="Google Shape;81;p15"/>
            <p:cNvPicPr preferRelativeResize="0"/>
            <p:nvPr/>
          </p:nvPicPr>
          <p:blipFill rotWithShape="1">
            <a:blip r:embed="rId3">
              <a:alphaModFix/>
            </a:blip>
            <a:srcRect l="80" r="80"/>
            <a:stretch/>
          </p:blipFill>
          <p:spPr>
            <a:xfrm>
              <a:off x="0" y="0"/>
              <a:ext cx="3905400" cy="22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15"/>
            <p:cNvSpPr txBox="1"/>
            <p:nvPr/>
          </p:nvSpPr>
          <p:spPr>
            <a:xfrm>
              <a:off x="0" y="2428875"/>
              <a:ext cx="3905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Modern political debates frequently prioritize emotional and ideological clashes over actionable policy.</a:t>
              </a:r>
              <a:endParaRPr sz="15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500" b="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This constant distraction leaves critical, future-oriented discussions sidelined, directly impacting the trajectory of our nation's development and the prospects of its younger generations.</a:t>
              </a:r>
              <a:endParaRPr sz="1500" b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528763"/>
            <a:ext cx="9144000" cy="361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6"/>
          <p:cNvGrpSpPr/>
          <p:nvPr/>
        </p:nvGrpSpPr>
        <p:grpSpPr>
          <a:xfrm>
            <a:off x="285750" y="285750"/>
            <a:ext cx="8572650" cy="4572150"/>
            <a:chOff x="285750" y="285750"/>
            <a:chExt cx="8572650" cy="4572150"/>
          </a:xfrm>
        </p:grpSpPr>
        <p:sp>
          <p:nvSpPr>
            <p:cNvPr id="90" name="Google Shape;90;p16"/>
            <p:cNvSpPr/>
            <p:nvPr/>
          </p:nvSpPr>
          <p:spPr>
            <a:xfrm>
              <a:off x="285750" y="28575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6000"/>
                  </a:lnTo>
                  <a:lnTo>
                    <a:pt x="16000" y="16000"/>
                  </a:lnTo>
                  <a:lnTo>
                    <a:pt x="16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63946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8572500" y="28575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0"/>
                  </a:lnTo>
                  <a:lnTo>
                    <a:pt x="0" y="16000"/>
                  </a:lnTo>
                  <a:lnTo>
                    <a:pt x="104000" y="16000"/>
                  </a:lnTo>
                  <a:lnTo>
                    <a:pt x="104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E63946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285750" y="457200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120000"/>
                  </a:lnTo>
                  <a:lnTo>
                    <a:pt x="120000" y="104000"/>
                  </a:lnTo>
                  <a:lnTo>
                    <a:pt x="16000" y="104000"/>
                  </a:lnTo>
                  <a:lnTo>
                    <a:pt x="1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3946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8572500" y="457200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120000"/>
                  </a:lnTo>
                  <a:lnTo>
                    <a:pt x="0" y="104000"/>
                  </a:lnTo>
                  <a:lnTo>
                    <a:pt x="104000" y="104000"/>
                  </a:lnTo>
                  <a:lnTo>
                    <a:pt x="104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E63946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16"/>
          <p:cNvGrpSpPr/>
          <p:nvPr/>
        </p:nvGrpSpPr>
        <p:grpSpPr>
          <a:xfrm>
            <a:off x="476250" y="1952625"/>
            <a:ext cx="8020050" cy="2667000"/>
            <a:chOff x="476250" y="1952625"/>
            <a:chExt cx="8020050" cy="2667000"/>
          </a:xfrm>
        </p:grpSpPr>
        <p:sp>
          <p:nvSpPr>
            <p:cNvPr id="95" name="Google Shape;95;p16"/>
            <p:cNvSpPr/>
            <p:nvPr/>
          </p:nvSpPr>
          <p:spPr>
            <a:xfrm>
              <a:off x="476250" y="2047875"/>
              <a:ext cx="57300" cy="25242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685800" y="1952625"/>
              <a:ext cx="7810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rPr>
                <a:t>DOCUMENTARY PERSPECTIVE // YOUTH OF INDIA</a:t>
              </a:r>
              <a:endParaRPr sz="100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46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WE DON'T NEED SPEECHES.</a:t>
              </a:r>
              <a:endParaRPr sz="46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4600" b="0">
                  <a:solidFill>
                    <a:srgbClr val="E63946"/>
                  </a:solidFill>
                  <a:latin typeface="Anton"/>
                  <a:ea typeface="Anton"/>
                  <a:cs typeface="Anton"/>
                  <a:sym typeface="Anton"/>
                </a:rPr>
                <a:t>WE NEED OPPORTUNITIES.</a:t>
              </a:r>
              <a:endParaRPr sz="4600" b="0">
                <a:solidFill>
                  <a:srgbClr val="E63946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300" b="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India boasts one of the world's largest youth populations, representing a massive silent majority. This demographic requires concrete economic pathways, robust skill development, and genuine employment prospects. Empty political rhetoric fails to address the urgent reality of securing a stable and prosperous future.</a:t>
              </a:r>
              <a:endParaRPr sz="1300" b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2" name="Google Shape;102;p17"/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05050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4552950" y="0"/>
              <a:ext cx="38100" cy="5143500"/>
            </a:xfrm>
            <a:prstGeom prst="rect">
              <a:avLst/>
            </a:pr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17"/>
          <p:cNvGrpSpPr/>
          <p:nvPr/>
        </p:nvGrpSpPr>
        <p:grpSpPr>
          <a:xfrm>
            <a:off x="428625" y="428625"/>
            <a:ext cx="3857700" cy="4238475"/>
            <a:chOff x="0" y="0"/>
            <a:chExt cx="3857700" cy="4238475"/>
          </a:xfrm>
        </p:grpSpPr>
        <p:sp>
          <p:nvSpPr>
            <p:cNvPr id="106" name="Google Shape;106;p17"/>
            <p:cNvSpPr txBox="1"/>
            <p:nvPr/>
          </p:nvSpPr>
          <p:spPr>
            <a:xfrm>
              <a:off x="0" y="0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loudest noise gets the attention.</a:t>
              </a:r>
              <a:endParaRPr sz="17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1700" b="0">
                  <a:solidFill>
                    <a:srgbClr val="E6394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deepest problems get ignored.</a:t>
              </a:r>
              <a:endParaRPr sz="1700" b="0">
                <a:solidFill>
                  <a:srgbClr val="E6394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0" y="1095375"/>
              <a:ext cx="3857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Mainstream political discourse often suffers from a severe attention deficit regarding core developmental issues. Critical pillars of society are frequently overshadowed by sensationalism, leaving urgent systemic challenges unaddressed.</a:t>
              </a:r>
              <a:endParaRPr sz="1200" b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We must refocus the conversation on:</a:t>
              </a:r>
              <a:endParaRPr sz="1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0" y="2619375"/>
              <a:ext cx="3857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Job Creation</a:t>
              </a:r>
              <a:endParaRPr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Educational Reform</a:t>
              </a:r>
              <a:endParaRPr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Environmental Sustainability</a:t>
              </a:r>
              <a:endParaRPr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7250" y="1285875"/>
            <a:ext cx="4381500" cy="24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4667250" y="3857625"/>
            <a:ext cx="4191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DOCUMENTARY EVIDENCE // CRITICAL SYSTEMIC PILLARS</a:t>
            </a:r>
            <a:endParaRPr sz="1000" b="1">
              <a:solidFill>
                <a:srgbClr val="7777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1" name="Google Shape;111;p17"/>
          <p:cNvGrpSpPr/>
          <p:nvPr/>
        </p:nvGrpSpPr>
        <p:grpSpPr>
          <a:xfrm>
            <a:off x="285750" y="285750"/>
            <a:ext cx="8572650" cy="4572150"/>
            <a:chOff x="285750" y="285750"/>
            <a:chExt cx="8572650" cy="4572150"/>
          </a:xfrm>
        </p:grpSpPr>
        <p:sp>
          <p:nvSpPr>
            <p:cNvPr id="112" name="Google Shape;112;p17"/>
            <p:cNvSpPr/>
            <p:nvPr/>
          </p:nvSpPr>
          <p:spPr>
            <a:xfrm>
              <a:off x="285750" y="28575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6000"/>
                  </a:lnTo>
                  <a:lnTo>
                    <a:pt x="16000" y="16000"/>
                  </a:lnTo>
                  <a:lnTo>
                    <a:pt x="16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8572500" y="28575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0"/>
                  </a:lnTo>
                  <a:lnTo>
                    <a:pt x="0" y="16000"/>
                  </a:lnTo>
                  <a:lnTo>
                    <a:pt x="104000" y="16000"/>
                  </a:lnTo>
                  <a:lnTo>
                    <a:pt x="104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285750" y="457200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120000"/>
                  </a:lnTo>
                  <a:lnTo>
                    <a:pt x="120000" y="104000"/>
                  </a:lnTo>
                  <a:lnTo>
                    <a:pt x="16000" y="104000"/>
                  </a:lnTo>
                  <a:lnTo>
                    <a:pt x="1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8572500" y="457200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120000"/>
                  </a:lnTo>
                  <a:lnTo>
                    <a:pt x="0" y="104000"/>
                  </a:lnTo>
                  <a:lnTo>
                    <a:pt x="104000" y="104000"/>
                  </a:lnTo>
                  <a:lnTo>
                    <a:pt x="104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8"/>
          <p:cNvGrpSpPr/>
          <p:nvPr/>
        </p:nvGrpSpPr>
        <p:grpSpPr>
          <a:xfrm>
            <a:off x="285750" y="285750"/>
            <a:ext cx="8572650" cy="4572150"/>
            <a:chOff x="285750" y="285750"/>
            <a:chExt cx="8572650" cy="4572150"/>
          </a:xfrm>
        </p:grpSpPr>
        <p:pic>
          <p:nvPicPr>
            <p:cNvPr id="123" name="Google Shape;123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5750" y="2857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572500" y="2857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85750" y="4572000"/>
              <a:ext cx="285900" cy="28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572500" y="4572000"/>
              <a:ext cx="285900" cy="285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18"/>
          <p:cNvGrpSpPr/>
          <p:nvPr/>
        </p:nvGrpSpPr>
        <p:grpSpPr>
          <a:xfrm>
            <a:off x="952500" y="666750"/>
            <a:ext cx="7239000" cy="2095500"/>
            <a:chOff x="0" y="0"/>
            <a:chExt cx="7239000" cy="2095500"/>
          </a:xfrm>
        </p:grpSpPr>
        <p:sp>
          <p:nvSpPr>
            <p:cNvPr id="128" name="Google Shape;128;p18"/>
            <p:cNvSpPr/>
            <p:nvPr/>
          </p:nvSpPr>
          <p:spPr>
            <a:xfrm>
              <a:off x="0" y="0"/>
              <a:ext cx="7239000" cy="20955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8"/>
            <p:cNvSpPr txBox="1"/>
            <p:nvPr/>
          </p:nvSpPr>
          <p:spPr>
            <a:xfrm>
              <a:off x="285750" y="190500"/>
              <a:ext cx="6667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 b="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If YOU were the leader of India for one day...</a:t>
              </a:r>
              <a:endParaRPr sz="22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38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WHAT WOULD YOU TALK ABOUT FIRST?</a:t>
              </a:r>
              <a:endParaRPr sz="38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grpSp>
        <p:nvGrpSpPr>
          <p:cNvPr id="130" name="Google Shape;130;p18"/>
          <p:cNvGrpSpPr/>
          <p:nvPr/>
        </p:nvGrpSpPr>
        <p:grpSpPr>
          <a:xfrm>
            <a:off x="952500" y="3000375"/>
            <a:ext cx="7239000" cy="1428900"/>
            <a:chOff x="0" y="0"/>
            <a:chExt cx="7239000" cy="1428900"/>
          </a:xfrm>
        </p:grpSpPr>
        <p:sp>
          <p:nvSpPr>
            <p:cNvPr id="131" name="Google Shape;131;p18"/>
            <p:cNvSpPr/>
            <p:nvPr/>
          </p:nvSpPr>
          <p:spPr>
            <a:xfrm>
              <a:off x="0" y="0"/>
              <a:ext cx="7239000" cy="1428900"/>
            </a:xfrm>
            <a:prstGeom prst="rect">
              <a:avLst/>
            </a:prstGeom>
            <a:solidFill>
              <a:srgbClr val="111111">
                <a:alpha val="9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381000" y="190500"/>
              <a:ext cx="6477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D0D0D0"/>
                  </a:solidFill>
                  <a:latin typeface="Inter"/>
                  <a:ea typeface="Inter"/>
                  <a:cs typeface="Inter"/>
                  <a:sym typeface="Inter"/>
                </a:rPr>
                <a:t>Shifting the political narrative requires active participation and a fundamental re-evaluation of our priorities. This is a moment to reflect on the most pressing issues that directly impact our communities and demand focus from our leadership.</a:t>
              </a:r>
              <a:endParaRPr sz="1600" b="0">
                <a:solidFill>
                  <a:srgbClr val="D0D0D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9"/>
          <p:cNvGrpSpPr/>
          <p:nvPr/>
        </p:nvGrpSpPr>
        <p:grpSpPr>
          <a:xfrm>
            <a:off x="285750" y="285750"/>
            <a:ext cx="8572650" cy="4572150"/>
            <a:chOff x="285750" y="285750"/>
            <a:chExt cx="8572650" cy="4572150"/>
          </a:xfrm>
        </p:grpSpPr>
        <p:sp>
          <p:nvSpPr>
            <p:cNvPr id="138" name="Google Shape;138;p19"/>
            <p:cNvSpPr/>
            <p:nvPr/>
          </p:nvSpPr>
          <p:spPr>
            <a:xfrm>
              <a:off x="285750" y="28575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6000"/>
                  </a:lnTo>
                  <a:lnTo>
                    <a:pt x="16000" y="16000"/>
                  </a:lnTo>
                  <a:lnTo>
                    <a:pt x="16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8572500" y="28575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0"/>
                  </a:lnTo>
                  <a:lnTo>
                    <a:pt x="0" y="16000"/>
                  </a:lnTo>
                  <a:lnTo>
                    <a:pt x="104000" y="16000"/>
                  </a:lnTo>
                  <a:lnTo>
                    <a:pt x="104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750" y="457200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120000"/>
                  </a:lnTo>
                  <a:lnTo>
                    <a:pt x="120000" y="104000"/>
                  </a:lnTo>
                  <a:lnTo>
                    <a:pt x="16000" y="104000"/>
                  </a:lnTo>
                  <a:lnTo>
                    <a:pt x="1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8572500" y="4572000"/>
              <a:ext cx="2859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120000"/>
                  </a:lnTo>
                  <a:lnTo>
                    <a:pt x="0" y="104000"/>
                  </a:lnTo>
                  <a:lnTo>
                    <a:pt x="104000" y="104000"/>
                  </a:lnTo>
                  <a:lnTo>
                    <a:pt x="104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E63946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/>
          <p:nvPr/>
        </p:nvSpPr>
        <p:spPr>
          <a:xfrm>
            <a:off x="457200" y="381000"/>
            <a:ext cx="8229600" cy="4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THE QUESTION IS NOT: WHO WILL LEAD INDIA?</a:t>
            </a:r>
            <a:endParaRPr sz="1400" b="1">
              <a:solidFill>
                <a:srgbClr val="E6394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8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THE QUESTION IS: WHAT KIND OF INDIA WILL WE DEMAND?</a:t>
            </a:r>
            <a:endParaRPr sz="3800" b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ctr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500" b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True democratic progress relies on an informed and demanding electorate. We must shift our focus from individual personalities to systemic accountability and actionable change.</a:t>
            </a:r>
            <a:endParaRPr sz="1500" b="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THANK YOU.</a:t>
            </a:r>
            <a:endParaRPr sz="1600" b="1">
              <a:solidFill>
                <a:srgbClr val="E639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Yash Vardhan Singh</cp:lastModifiedBy>
  <cp:revision>1</cp:revision>
  <dcterms:modified xsi:type="dcterms:W3CDTF">2026-09-22T17:51:20Z</dcterms:modified>
</cp:coreProperties>
</file>