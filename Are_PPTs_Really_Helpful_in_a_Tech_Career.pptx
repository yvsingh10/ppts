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8EAB1-4493-3B4E-A52A-4F93EBA7901B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93ABCF-9175-C64D-AB98-4066B5C4C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508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097280"/>
            <a:ext cx="3840480" cy="3840480"/>
          </a:xfrm>
          <a:prstGeom prst="ellipse">
            <a:avLst/>
          </a:prstGeom>
          <a:solidFill>
            <a:srgbClr val="26326E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291840"/>
            <a:ext cx="2377440" cy="2377440"/>
          </a:xfrm>
          <a:prstGeom prst="ellipse">
            <a:avLst/>
          </a:prstGeom>
          <a:solidFill>
            <a:srgbClr val="2632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 CAREER QUESTION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PPTs Really Helpful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Tech Career?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46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Skills &amp; Projects vs. Slides, Fonts &amp; Transitions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8778240" cy="1371600"/>
          </a:xfrm>
          <a:prstGeom prst="roundRect">
            <a:avLst>
              <a:gd name="adj" fmla="val 6667"/>
            </a:avLst>
          </a:prstGeom>
          <a:solidFill>
            <a:srgbClr val="26326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4279392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“If I’m becoming a software developer,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should I actually care about PPTs?”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Matters in Tech?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685800" cy="68580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2860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389120" y="19659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2286000"/>
            <a:ext cx="685800" cy="68580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22860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Solving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229600" y="19659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03920" y="2286000"/>
            <a:ext cx="685800" cy="68580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0392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9372600" y="22860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DSA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389120"/>
            <a:ext cx="685800" cy="68580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389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3891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4389120" y="406908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4389120"/>
            <a:ext cx="685800" cy="68580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63440" y="4389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532120" y="43891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8229600" y="406908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03920" y="4389120"/>
            <a:ext cx="685800" cy="68580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503920" y="4389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372600" y="43891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Learning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technical career, practical skills are the foundation.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LOOK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Then… Are PPTs Useless?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103120" cy="1600200"/>
          </a:xfrm>
          <a:prstGeom prst="roundRect">
            <a:avLst>
              <a:gd name="adj" fmla="val 5714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1325880" y="2103120"/>
            <a:ext cx="548640" cy="54864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258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78892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ideas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816352" y="1874520"/>
            <a:ext cx="2103120" cy="1600200"/>
          </a:xfrm>
          <a:prstGeom prst="roundRect">
            <a:avLst>
              <a:gd name="adj" fmla="val 5714"/>
            </a:avLst>
          </a:prstGeom>
          <a:solidFill>
            <a:srgbClr val="F5F7FC"/>
          </a:solidFill>
          <a:ln/>
        </p:spPr>
      </p:sp>
      <p:sp>
        <p:nvSpPr>
          <p:cNvPr id="9" name="Shape 7"/>
          <p:cNvSpPr/>
          <p:nvPr/>
        </p:nvSpPr>
        <p:spPr>
          <a:xfrm>
            <a:off x="3593592" y="2103120"/>
            <a:ext cx="548640" cy="54864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93592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78892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projects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84064" y="1874520"/>
            <a:ext cx="2103120" cy="1600200"/>
          </a:xfrm>
          <a:prstGeom prst="roundRect">
            <a:avLst>
              <a:gd name="adj" fmla="val 5714"/>
            </a:avLst>
          </a:prstGeom>
          <a:solidFill>
            <a:srgbClr val="F5F7FC"/>
          </a:solidFill>
          <a:ln/>
        </p:spPr>
      </p:sp>
      <p:sp>
        <p:nvSpPr>
          <p:cNvPr id="13" name="Shape 11"/>
          <p:cNvSpPr/>
          <p:nvPr/>
        </p:nvSpPr>
        <p:spPr>
          <a:xfrm>
            <a:off x="5861304" y="2103120"/>
            <a:ext cx="548640" cy="54864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61304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193792" y="278892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communication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51776" y="1874520"/>
            <a:ext cx="2103120" cy="1600200"/>
          </a:xfrm>
          <a:prstGeom prst="roundRect">
            <a:avLst>
              <a:gd name="adj" fmla="val 5714"/>
            </a:avLst>
          </a:prstGeom>
          <a:solidFill>
            <a:srgbClr val="F5F7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9016" y="2103120"/>
            <a:ext cx="548640" cy="54864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29016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461504" y="278892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meetings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619488" y="1874520"/>
            <a:ext cx="2103120" cy="1600200"/>
          </a:xfrm>
          <a:prstGeom prst="roundRect">
            <a:avLst>
              <a:gd name="adj" fmla="val 5714"/>
            </a:avLst>
          </a:prstGeom>
          <a:solidFill>
            <a:srgbClr val="F5F7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396728" y="2103120"/>
            <a:ext cx="548640" cy="54864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396728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729216" y="278892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results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411480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“Yes, PPTs help… just probably not as much</a:t>
            </a:r>
            <a:endParaRPr lang="en-US" sz="1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knowing why your code crashed.”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PPT Trap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PROJECT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Coding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735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Testing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039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Debugging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3342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Improving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0" y="192024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F5F7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20840" y="2194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C7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PPT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Choosing fonts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32735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Fixing alignment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38039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Adding animations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43342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“Should I change the transition?”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25780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hours coding: productive.   3 hours choosing a transition: questionable.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BALANCED ANSWER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PPTs Are Useful. They Just Aren’t the Work Itself.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4206240" cy="173736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4414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26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work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2651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7315200" y="2148840"/>
            <a:ext cx="4206240" cy="1737360"/>
          </a:xfrm>
          <a:prstGeom prst="roundRect">
            <a:avLst>
              <a:gd name="adj" fmla="val 6316"/>
            </a:avLst>
          </a:prstGeom>
          <a:solidFill>
            <a:srgbClr val="F5F7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0" y="24414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2926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COMMUNICATE the work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251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“My work should speak for me.”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8920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“I’d rather spend 3 hours improving my code than 3 hours choosing the perfect transition.”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26326E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389120"/>
            <a:ext cx="3200400" cy="3200400"/>
          </a:xfrm>
          <a:prstGeom prst="ellipse">
            <a:avLst/>
          </a:prstGeom>
          <a:solidFill>
            <a:srgbClr val="2632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3317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592928" y="3337560"/>
            <a:ext cx="1005840" cy="0"/>
          </a:xfrm>
          <a:prstGeom prst="line">
            <a:avLst/>
          </a:prstGeom>
          <a:noFill/>
          <a:ln w="38100">
            <a:solidFill>
              <a:srgbClr val="3D5A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356616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first. Present second.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0" y="41148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code still has to work.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Yash Vardhan Singh</cp:lastModifiedBy>
  <cp:revision>3</cp:revision>
  <dcterms:created xsi:type="dcterms:W3CDTF">2026-09-22T05:43:07Z</dcterms:created>
  <dcterms:modified xsi:type="dcterms:W3CDTF">2026-09-23T04:54:23Z</dcterms:modified>
</cp:coreProperties>
</file>